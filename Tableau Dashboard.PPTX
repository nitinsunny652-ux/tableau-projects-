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TableauDashboard_1757001362800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B269A4D-1374-4AE1-BF55-913557095CC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Tableau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C44B8BD-6AC8-4D7F-BF63-3CE82916BCE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11/29/2025 9:45:48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Category" id="2" name="slide2">
            <a:extLst>
              <a:ext uri="{FF2B5EF4-FFF2-40B4-BE49-F238E27FC236}">
                <a16:creationId xmlns:a16="http://schemas.microsoft.com/office/drawing/2014/main" id="{9A4E9FFE-3902-4257-A4E0-8839862356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697" y="0"/>
            <a:ext cx="193460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end" id="3" name="slide3">
            <a:extLst>
              <a:ext uri="{FF2B5EF4-FFF2-40B4-BE49-F238E27FC236}">
                <a16:creationId xmlns:a16="http://schemas.microsoft.com/office/drawing/2014/main" id="{64FB2C89-E8AA-4603-AFFE-30C3DB2534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27" y="0"/>
            <a:ext cx="1882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Trend" id="4" name="slide4">
            <a:extLst>
              <a:ext uri="{FF2B5EF4-FFF2-40B4-BE49-F238E27FC236}">
                <a16:creationId xmlns:a16="http://schemas.microsoft.com/office/drawing/2014/main" id="{74B65E19-117C-4AF9-B5B6-DC606E543C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013" y="0"/>
            <a:ext cx="200797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te By Sales" id="5" name="slide5">
            <a:extLst>
              <a:ext uri="{FF2B5EF4-FFF2-40B4-BE49-F238E27FC236}">
                <a16:creationId xmlns:a16="http://schemas.microsoft.com/office/drawing/2014/main" id="{C73CA516-1D65-4751-80D8-37ACC684C9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801" y="0"/>
            <a:ext cx="194039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6" name="slide6">
            <a:extLst>
              <a:ext uri="{FF2B5EF4-FFF2-40B4-BE49-F238E27FC236}">
                <a16:creationId xmlns:a16="http://schemas.microsoft.com/office/drawing/2014/main" id="{B23DAD04-13F0-4AB9-9B26-83B55763D6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77" y="0"/>
            <a:ext cx="2093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7" name="slide7">
            <a:extLst>
              <a:ext uri="{FF2B5EF4-FFF2-40B4-BE49-F238E27FC236}">
                <a16:creationId xmlns:a16="http://schemas.microsoft.com/office/drawing/2014/main" id="{3B0EF910-811D-45B0-8F2D-F4D765CAA8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77" y="0"/>
            <a:ext cx="2093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8" name="slide8">
            <a:extLst>
              <a:ext uri="{FF2B5EF4-FFF2-40B4-BE49-F238E27FC236}">
                <a16:creationId xmlns:a16="http://schemas.microsoft.com/office/drawing/2014/main" id="{234997E1-CBDD-492E-8D9A-277862397A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77" y="0"/>
            <a:ext cx="2093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9" name="slide9">
            <a:extLst>
              <a:ext uri="{FF2B5EF4-FFF2-40B4-BE49-F238E27FC236}">
                <a16:creationId xmlns:a16="http://schemas.microsoft.com/office/drawing/2014/main" id="{5BAF77DA-D0A7-4EE6-87D9-ED2A1E6BB4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77" y="0"/>
            <a:ext cx="2093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10" name="slide10">
            <a:extLst>
              <a:ext uri="{FF2B5EF4-FFF2-40B4-BE49-F238E27FC236}">
                <a16:creationId xmlns:a16="http://schemas.microsoft.com/office/drawing/2014/main" id="{1777C48E-6400-4AD7-9299-941095361C7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77" y="0"/>
            <a:ext cx="2093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11" name="slide11">
            <a:extLst>
              <a:ext uri="{FF2B5EF4-FFF2-40B4-BE49-F238E27FC236}">
                <a16:creationId xmlns:a16="http://schemas.microsoft.com/office/drawing/2014/main" id="{F6A44786-C2CE-47B1-A36C-E16CE96AE3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377" y="0"/>
            <a:ext cx="2093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2025-11-29T09:45:51Z</dcterms:created>
  <dcterms:modified xsi:type="dcterms:W3CDTF">2025-11-29T09:45:51Z</dcterms:modified>
</cp:coreProperties>
</file>